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真顔で言う。「私調べ」まで言い切ると笑いになる。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ここから3枚。テンポは私の魅力と同じで。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ここだけ主観、と言い添える。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ここで空気を切り替えて、ゴールのページへ渡す。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自分で言うのもなんですが、5つあります。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まあまあ高いと思っています。（私調べ）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ふたりで見たときの話も、3つあります。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相性がいい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昼も夜も、悪くないはずです。たぶん、きっと。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直そうとする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まわりも公認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6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だから、大丈夫です。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一緒に暮らしても、たぶん。ここから先は、その計画の話です。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にして、引っ越しは1回です。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どちらでも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1回にします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子どもが来ても住み替えない広さにします。補助は、一番長く住む家に使います。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引っ越しは、2028年の1回だけです。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