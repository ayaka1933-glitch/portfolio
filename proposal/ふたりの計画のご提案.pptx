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真顔で読む。5つ目で笑われたら成功。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「たぶん」を消さない。言い切ると嘘くさくなる。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にして、引っ越しは1回です。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どちらでも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1回にします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子どもが来ても住み替えない広さにします。補助は、一番長く住む家に使います。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引っ越しは、2028年の1回だけです。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折半します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私の分は上限10万です。名義は私で、共同口座から引き落とします。20万なら入籍後に収入を合算します。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お金の話は、このページで全部です。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9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6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積み立てています（225万円分）。これは崩しません。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自分で言うのもなんですが、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5つ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あります。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8772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785824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顔面偏差値は、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まあまあ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あると思っています。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72399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63255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しています。将来の安定性もあります。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357073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347929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家で二人でご飯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、を強要しません。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441746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27048" y="432602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人脈もそこそこあります。凪さんの仕事の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ビジネスマッチング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もできます。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526420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27048" y="5172760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柔軟性と伸びしろ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があります。片付けも掃除も、少しずつ対応中です。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私ひとりの話ではなく、ふたりで見たときの話も書いておきます。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323088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323088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相性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323088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悪くないです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323088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たぶん、きっと、という但し書きはつきます。ここだけは主観です。</a:t>
            </a:r>
          </a:p>
        </p:txBody>
      </p:sp>
      <p:sp>
        <p:nvSpPr>
          <p:cNvPr id="8" name="Shape 8"/>
          <p:cNvSpPr/>
          <p:nvPr/>
        </p:nvSpPr>
        <p:spPr>
          <a:xfrm>
            <a:off x="4483608" y="1773936"/>
            <a:ext cx="323088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4483608" y="2002536"/>
            <a:ext cx="323088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姿勢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483608" y="2414016"/>
            <a:ext cx="323088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83608" y="3511296"/>
            <a:ext cx="323088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自分のよくないところを、言われる前に直そうとする人同士だと思っています。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8125968" y="1773936"/>
            <a:ext cx="323088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8125968" y="2002536"/>
            <a:ext cx="323088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周囲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125968" y="2414016"/>
            <a:ext cx="323088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共通の知り合いも、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できています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125968" y="3511296"/>
            <a:ext cx="323088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だから、一緒に暮らしても大丈夫だと思っています。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